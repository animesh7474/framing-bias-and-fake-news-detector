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AI Intelligence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Detecting Framing Bias, Fake News, and Manipulation</a:t>
            </a:r>
          </a:p>
          <a:p/>
          <a:p>
            <a:r>
              <a:t>SUBMITTED BY: GROUP NO: AI-07</a:t>
            </a:r>
          </a:p>
          <a:p>
            <a:r>
              <a:t>Symbiosis Skills &amp; Professional University,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INTRODUCTION</a:t>
            </a:r>
          </a:p>
          <a:p>
            <a:pPr/>
            <a:r>
              <a:t>LITERATURE REVIEW</a:t>
            </a:r>
          </a:p>
          <a:p>
            <a:pPr/>
            <a:r>
              <a:t>SUBJECT INTEGRATION OVERVIEW</a:t>
            </a:r>
          </a:p>
          <a:p>
            <a:pPr/>
            <a:r>
              <a:t>DESIGN AND METHODOLOGY</a:t>
            </a:r>
          </a:p>
          <a:p>
            <a:pPr/>
            <a:r>
              <a:t>SYSTEM ARCHITECTURE</a:t>
            </a:r>
          </a:p>
          <a:p>
            <a:pPr/>
            <a:r>
              <a:t>IMPLEMENTATION</a:t>
            </a:r>
          </a:p>
          <a:p>
            <a:pPr/>
            <a:r>
              <a:t>RESULTS</a:t>
            </a:r>
          </a:p>
          <a:p>
            <a:pPr/>
            <a:r>
              <a:t>INDUSTRY RELEVANCE</a:t>
            </a:r>
          </a:p>
          <a:p>
            <a:pPr/>
            <a:r>
              <a:t>CHALLENGES</a:t>
            </a:r>
          </a:p>
          <a:p>
            <a:pPr/>
            <a:r>
              <a:t>ETHICAL CONSIDERATIONS</a:t>
            </a:r>
          </a:p>
          <a:p>
            <a:pPr/>
            <a:r>
              <a:t>FUTURE SCOPE</a:t>
            </a:r>
          </a:p>
          <a:p>
            <a:pPr/>
            <a:r>
              <a:t>CONCLUSION</a:t>
            </a:r>
          </a:p>
          <a:p>
            <a:pPr/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 the era of post-truth politics, information is weaponized.</a:t>
            </a:r>
          </a:p>
          <a:p>
            <a:pPr/>
            <a:r>
              <a:t>Framing Bias: Selective presentation of facts to steer narratives.</a:t>
            </a:r>
          </a:p>
          <a:p>
            <a:pPr/>
            <a:r>
              <a:t>Problem: Traditional filters fail to detect subtle linguistic manipulation.</a:t>
            </a:r>
          </a:p>
          <a:p>
            <a:pPr/>
            <a:r>
              <a:t>Solution: A Hybrid AI approach combining local ML with Cloud LLMs.</a:t>
            </a:r>
          </a:p>
          <a:p>
            <a:pPr/>
            <a:r>
              <a:t>Goal: Real-time transparency and cognitive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Manual Fact-Checking: High accuracy but high latency (Snopes, PolitiFact).</a:t>
            </a:r>
          </a:p>
          <a:p>
            <a:pPr/>
            <a:r>
              <a:t>Traditional ML: Fast but lacks semantic depth (TF-IDF + Naive Bayes).</a:t>
            </a:r>
          </a:p>
          <a:p>
            <a:pPr/>
            <a:r>
              <a:t>State-of-the-Art: LLMs provide reasoning but lack live context.</a:t>
            </a:r>
          </a:p>
          <a:p>
            <a:pPr/>
            <a:r>
              <a:t>Our Innovation: 'Dynamic Live Context' integration for near-real-time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INTEGRATION (6 Domains)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NLP: TF-IDF and Semantic Reasoning (Llama 3.3).</a:t>
            </a:r>
          </a:p>
          <a:p>
            <a:pPr/>
            <a:r>
              <a:t>Web Dev: Flask Backend + Vanilla JS Responsive Dashboard.</a:t>
            </a:r>
          </a:p>
          <a:p>
            <a:pPr/>
            <a:r>
              <a:t>Networks: Secure API calls to Groq and DuckDuckGo.</a:t>
            </a:r>
          </a:p>
          <a:p>
            <a:pPr/>
            <a:r>
              <a:t>Big Data: Parsing unstructured live news feeds.</a:t>
            </a:r>
          </a:p>
          <a:p>
            <a:pPr/>
            <a:r>
              <a:t>DevOps: Modular 4-stage pipeline with fallback systems.</a:t>
            </a:r>
          </a:p>
          <a:p>
            <a:pPr/>
            <a:r>
              <a:t>Cybersecurity: Threat scoring and security intelligence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Stage 1 (Local ML): High-speed narrative frame classification.</a:t>
            </a:r>
          </a:p>
          <a:p>
            <a:pPr/>
            <a:r>
              <a:t>Stage 2 (NLP): Lexical threat scoring for tone and propaganda.</a:t>
            </a:r>
          </a:p>
          <a:p>
            <a:pPr/>
            <a:r>
              <a:t>Stage 3 (News Fetch): Async retrieval of real-world context.</a:t>
            </a:r>
          </a:p>
          <a:p>
            <a:pPr/>
            <a:r>
              <a:t>Stage 4 (LLM Reasoning): Llama 3.3 comparative verdict.</a:t>
            </a:r>
          </a:p>
          <a:p>
            <a:pPr/>
            <a:r>
              <a:t>Explainability: LIME-based keyword highlighting.</a:t>
            </a:r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Client-Server Model: High-performance dashboard.</a:t>
            </a:r>
          </a:p>
          <a:p>
            <a:pPr/>
            <a:r>
              <a:t>Service-Oriented: Independent ML, NLP, and LLM modules.</a:t>
            </a:r>
          </a:p>
          <a:p>
            <a:pPr/>
            <a:r>
              <a:t>Data Orchestrator: Python Asyncio for parallel execution.</a:t>
            </a:r>
          </a:p>
          <a:p>
            <a:pPr/>
            <a:r>
              <a:t>Persistent Logs: JSON-based security and retraining audit trails.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Backend: Python 3.11 + Flask 3.0.</a:t>
            </a:r>
          </a:p>
          <a:p>
            <a:pPr/>
            <a:r>
              <a:t>Frontend: Vanilla HTML5, CSS3, ES6 JavaScript.</a:t>
            </a:r>
          </a:p>
          <a:p>
            <a:pPr/>
            <a:r>
              <a:t>ML: Scikit-learn (Logistic Regression).</a:t>
            </a:r>
          </a:p>
          <a:p>
            <a:pPr/>
            <a:r>
              <a:t>Cloud AI: Groq SDK for Llama 3.3 70B inference.</a:t>
            </a:r>
          </a:p>
          <a:p>
            <a:pPr/>
            <a:r>
              <a:t>Viz: Chart.js for accuracy and latency telemetry.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Model Accuracy: 83.2% on diverse news benchmarks.</a:t>
            </a:r>
          </a:p>
          <a:p>
            <a:pPr/>
            <a:r>
              <a:t>F1-Score: 0.831 | Precision: 0.832.</a:t>
            </a:r>
          </a:p>
          <a:p>
            <a:pPr/>
            <a:r>
              <a:t>Inference Latency: 3.4 seconds (Average end-to-end).</a:t>
            </a:r>
          </a:p>
          <a:p>
            <a:pPr/>
            <a:r>
              <a:t>Improvement: 85% success in identifying contextual omissions.</a:t>
            </a:r>
          </a:p>
        </p:txBody>
      </p:sp>
      <p:pic>
        <p:nvPicPr>
          <p:cNvPr id="4" name="Picture 3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Journalism: Real-time verification of breaking news.</a:t>
            </a:r>
          </a:p>
          <a:p>
            <a:pPr/>
            <a:r>
              <a:t>Cybersecurity: Tracking influence operations and narrative attacks.</a:t>
            </a:r>
          </a:p>
          <a:p>
            <a:pPr/>
            <a:r>
              <a:t>Strategic Comm: Identifying brand-safety risks and media slant.</a:t>
            </a:r>
          </a:p>
          <a:p>
            <a:pPr/>
            <a:r>
              <a:t>Education: Empowering citizens with critical news-reading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Linguistic Nuance: Sarcasm and cultural idioms in text.</a:t>
            </a:r>
          </a:p>
          <a:p>
            <a:pPr/>
            <a:r>
              <a:t>API Latency: Mitigated via async orchestration.</a:t>
            </a:r>
          </a:p>
          <a:p>
            <a:pPr/>
            <a:r>
              <a:t>Search Engine Noise: Filtered via frame-specific queries.</a:t>
            </a:r>
          </a:p>
          <a:p>
            <a:pPr/>
            <a:r>
              <a:t>Model Drift: Addressed through an Active Learning feedback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Avoiding AI Bias: Ensuring training data diversity.</a:t>
            </a:r>
          </a:p>
          <a:p>
            <a:pPr/>
            <a:r>
              <a:t>Privacy: No personal data tracking; focus on public content.</a:t>
            </a:r>
          </a:p>
          <a:p>
            <a:pPr/>
            <a:r>
              <a:t>Transparency: Using XAI (LIME) to show 'why' the AI decided.</a:t>
            </a:r>
          </a:p>
          <a:p>
            <a:pPr/>
            <a:r>
              <a:t>Accountability: Maintaining audit logs for all analysis verdicts.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Multi-modal: Support for Deepfake video and audio detection.</a:t>
            </a:r>
          </a:p>
          <a:p>
            <a:pPr/>
            <a:r>
              <a:t>Multi-lingual: Regional language support for local bias.</a:t>
            </a:r>
          </a:p>
          <a:p>
            <a:pPr/>
            <a:r>
              <a:t>Blockchain: Immutable fact-checking ledger for trust.</a:t>
            </a:r>
          </a:p>
          <a:p>
            <a:pPr/>
            <a:r>
              <a:t>Edge Integration: Browser extensions for real-time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Hybrid AI Dashboard successfully decodes complex media bias.</a:t>
            </a:r>
          </a:p>
          <a:p>
            <a:pPr/>
            <a:r>
              <a:t>Combines speed (ML) with depth (LLM) for a robust defense.</a:t>
            </a:r>
          </a:p>
          <a:p>
            <a:pPr/>
            <a:r>
              <a:t>Bridges the 'Context Gap' in modern automated fact-checking.</a:t>
            </a:r>
          </a:p>
          <a:p>
            <a:pPr/>
            <a:r>
              <a:t>A critical tool for restoring trust in digital information.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GroqCloud (2024): Llama 3.3 Inferencing Reference.</a:t>
            </a:r>
          </a:p>
          <a:p>
            <a:pPr/>
            <a:r>
              <a:t>Scikit-learn Documentation: Logistic Regression &amp; TF-IDF.</a:t>
            </a:r>
          </a:p>
          <a:p>
            <a:pPr/>
            <a:r>
              <a:t>Jurafsky &amp; Martin (2023): Speech and Language Processing.</a:t>
            </a:r>
          </a:p>
          <a:p>
            <a:pPr/>
            <a:r>
              <a:t>Ribeiro et al. (2016): LIME Explainability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